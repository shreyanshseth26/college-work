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488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70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82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8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7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58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71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79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19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20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83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2040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1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6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43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91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918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2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95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0" r:id="rId1"/>
    <p:sldLayoutId id="2147484281" r:id="rId2"/>
    <p:sldLayoutId id="2147484282" r:id="rId3"/>
    <p:sldLayoutId id="2147484283" r:id="rId4"/>
    <p:sldLayoutId id="2147484284" r:id="rId5"/>
    <p:sldLayoutId id="2147484285" r:id="rId6"/>
    <p:sldLayoutId id="2147484286" r:id="rId7"/>
    <p:sldLayoutId id="2147484287" r:id="rId8"/>
    <p:sldLayoutId id="2147484288" r:id="rId9"/>
    <p:sldLayoutId id="2147484289" r:id="rId10"/>
    <p:sldLayoutId id="2147484290" r:id="rId11"/>
    <p:sldLayoutId id="2147484291" r:id="rId12"/>
    <p:sldLayoutId id="2147484292" r:id="rId13"/>
    <p:sldLayoutId id="2147484293" r:id="rId14"/>
    <p:sldLayoutId id="2147484294" r:id="rId15"/>
    <p:sldLayoutId id="2147484295" r:id="rId16"/>
    <p:sldLayoutId id="2147484296" r:id="rId17"/>
    <p:sldLayoutId id="214748429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574975"/>
            <a:ext cx="9755187" cy="2766528"/>
          </a:xfrm>
        </p:spPr>
        <p:txBody>
          <a:bodyPr>
            <a:normAutofit/>
          </a:bodyPr>
          <a:lstStyle/>
          <a:p>
            <a:r>
              <a:rPr dirty="0"/>
              <a:t>Community Work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2856653" y="3138751"/>
            <a:ext cx="7826841" cy="1298095"/>
          </a:xfrm>
        </p:spPr>
        <p:txBody>
          <a:bodyPr>
            <a:noAutofit/>
          </a:bodyPr>
          <a:lstStyle/>
          <a:p>
            <a:r>
              <a:rPr sz="1200" dirty="0"/>
              <a:t>Literate </a:t>
            </a:r>
            <a:r>
              <a:rPr sz="1200" dirty="0" err="1"/>
              <a:t>Bachpan</a:t>
            </a:r>
            <a:r>
              <a:rPr sz="1200" dirty="0"/>
              <a:t> Foundation NGO</a:t>
            </a:r>
          </a:p>
          <a:p>
            <a:r>
              <a:rPr sz="1200" dirty="0"/>
              <a:t>Presented by: </a:t>
            </a:r>
            <a:r>
              <a:rPr lang="en-IN" sz="1200" dirty="0"/>
              <a:t> </a:t>
            </a:r>
            <a:r>
              <a:rPr sz="1200" dirty="0"/>
              <a:t>Shreyansh Seth</a:t>
            </a:r>
            <a:endParaRPr lang="en-IN" sz="1200" dirty="0"/>
          </a:p>
          <a:p>
            <a:r>
              <a:rPr lang="en-IN" sz="1200" dirty="0"/>
              <a:t>Roll No.: 2022484</a:t>
            </a:r>
            <a:endParaRPr sz="1200" dirty="0"/>
          </a:p>
          <a:p>
            <a:r>
              <a:rPr sz="1200" dirty="0"/>
              <a:t>Summer Term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The community service project with the Literate Bachpan Foundation aimed at supporting underprivileged children through education and holistic development.</a:t>
            </a:r>
          </a:p>
          <a:p>
            <a:endParaRPr/>
          </a:p>
          <a:p>
            <a:r>
              <a:t>Duration: June 7, 2024 - July 11, 2024</a:t>
            </a:r>
          </a:p>
          <a:p>
            <a:r>
              <a:t>Focus: Teaching essential life skills and academic subjects.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Goals:</a:t>
            </a:r>
          </a:p>
          <a:p>
            <a:r>
              <a:t>- Improve the quality of life for underprivileged children by teaching essential skills.</a:t>
            </a:r>
          </a:p>
          <a:p>
            <a:r>
              <a:t>- Provide and distribute NGO-provided meals.</a:t>
            </a:r>
          </a:p>
          <a:p>
            <a:r>
              <a:t>- Motivate students to focus on studies while developing life skills.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(7 June - 13 June)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 Skills: Basic Hygiene and Nutrition</a:t>
            </a:r>
          </a:p>
          <a:p>
            <a:r>
              <a:t>Literacy: Basic Reading and Writing Skills</a:t>
            </a:r>
          </a:p>
          <a:p>
            <a:r>
              <a:t>Activities: Food Distribution (Muskmelon Slices), Interactive Storytelling, Art and Craft Sessions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(14 June - 20 June)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 Skills: Understanding Healthy Eating</a:t>
            </a:r>
          </a:p>
          <a:p>
            <a:r>
              <a:t>Literacy: Introduction to English Alphabets and the Solar System</a:t>
            </a:r>
          </a:p>
          <a:p>
            <a:r>
              <a:t>Activities: Food Distribution (Banana Chaat), Drawing and Coloring, Singing and Rhymes, Interactive Quizzing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(21 June - 27 June)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 Skills: Basic Financial Literacy</a:t>
            </a:r>
          </a:p>
          <a:p>
            <a:r>
              <a:t>Literacy: Basic Mathematics and the Water Cycle</a:t>
            </a:r>
          </a:p>
          <a:p>
            <a:r>
              <a:t>Activities: Food Distribution (Bread Pakora), Homework Assignments, Outdoor Games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(28 June - 4 July)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 Skills: Importance of Teamwork</a:t>
            </a:r>
          </a:p>
          <a:p>
            <a:r>
              <a:t>Literacy: Basic Human Anatomy and Effective Communication</a:t>
            </a:r>
          </a:p>
          <a:p>
            <a:r>
              <a:t>Activities: Food Distribution (Orange Slices), Educational Games, Group Activities, Revision Sessions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5 (5 July - 11 July)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 Skills: Planning and Organization</a:t>
            </a:r>
          </a:p>
          <a:p>
            <a:r>
              <a:t>Literacy: Writing Short Stories and Essays</a:t>
            </a:r>
          </a:p>
          <a:p>
            <a:r>
              <a:t>Activities: Planning and Grading of HomeWorks, Feedback Sessions, Food Distribution (Samosa)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Achievements and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Achievements:</a:t>
            </a:r>
          </a:p>
          <a:p>
            <a:r>
              <a:t>- Enhanced communication and teaching skills.</a:t>
            </a:r>
          </a:p>
          <a:p>
            <a:r>
              <a:t>- Developed adaptability and empathy.</a:t>
            </a:r>
          </a:p>
          <a:p>
            <a:r>
              <a:t>- Strengthened leadership and organizational skills.</a:t>
            </a:r>
          </a:p>
          <a:p>
            <a:r>
              <a:t>- Gained practical experience and personal growth.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Growth:</a:t>
            </a:r>
          </a:p>
          <a:p>
            <a:r>
              <a:t>- Understanding of unique challenges and aspirations of underprivileged children.</a:t>
            </a:r>
          </a:p>
          <a:p>
            <a:r>
              <a:t>- Improved teaching and engagement strategies.</a:t>
            </a:r>
          </a:p>
          <a:p>
            <a:r>
              <a:t>- Developed inclusive lesson plans and activities.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- The project was transformative and fulfilling.</a:t>
            </a:r>
          </a:p>
          <a:p>
            <a:r>
              <a:t>- It contributed to the holistic development of the children.</a:t>
            </a:r>
          </a:p>
          <a:p>
            <a:r>
              <a:t>- Emphasized the importance of education and support for underprivileged children.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Aspirations:</a:t>
            </a:r>
          </a:p>
          <a:p>
            <a:r>
              <a:t>- Continuous support and mentorship for the students.</a:t>
            </a:r>
          </a:p>
          <a:p>
            <a:r>
              <a:t>- Advocacy for quality education and equal opportunities.</a:t>
            </a:r>
          </a:p>
          <a:p>
            <a:r>
              <a:t>- Personal and professional growth through continuous learning.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Inspirational Quote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“Education is the most powerful weapon which you can use to change the world.”</a:t>
            </a:r>
          </a:p>
          <a:p>
            <a:r>
              <a:t>- Nelson Mandela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529934" cy="3693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dirty="0"/>
              <a:t>We would like to extend our heartfelt gratitude to everyone who supported and contributed to this community </a:t>
            </a:r>
            <a:endParaRPr lang="en-IN" dirty="0"/>
          </a:p>
          <a:p>
            <a:r>
              <a:rPr dirty="0"/>
              <a:t>service project. Your efforts have made a significant impact on the lives of underprivileged children. </a:t>
            </a:r>
            <a:endParaRPr lang="en-IN" dirty="0"/>
          </a:p>
          <a:p>
            <a:r>
              <a:rPr dirty="0"/>
              <a:t>Together, we can continue to make a difference.</a:t>
            </a:r>
            <a:br>
              <a:rPr dirty="0"/>
            </a:br>
            <a:br>
              <a:rPr dirty="0"/>
            </a:br>
            <a:r>
              <a:rPr dirty="0"/>
              <a:t>Special thanks to:</a:t>
            </a:r>
            <a:br>
              <a:rPr dirty="0"/>
            </a:br>
            <a:r>
              <a:rPr dirty="0"/>
              <a:t>- The Literate </a:t>
            </a:r>
            <a:r>
              <a:rPr dirty="0" err="1"/>
              <a:t>Bachpan</a:t>
            </a:r>
            <a:r>
              <a:rPr dirty="0"/>
              <a:t> Foundation</a:t>
            </a:r>
            <a:br>
              <a:rPr dirty="0"/>
            </a:br>
            <a:r>
              <a:rPr dirty="0"/>
              <a:t>- The Community</a:t>
            </a:r>
            <a:br>
              <a:rPr dirty="0"/>
            </a:br>
            <a:br>
              <a:rPr dirty="0"/>
            </a:br>
            <a:r>
              <a:rPr dirty="0"/>
              <a:t>Presented by:</a:t>
            </a:r>
            <a:br>
              <a:rPr dirty="0"/>
            </a:br>
            <a:r>
              <a:rPr dirty="0"/>
              <a:t>Shreyansh Seth</a:t>
            </a:r>
            <a:endParaRPr lang="en-IN" dirty="0"/>
          </a:p>
          <a:p>
            <a:r>
              <a:rPr lang="en-IN" dirty="0"/>
              <a:t>2022484</a:t>
            </a:r>
            <a:br>
              <a:rPr dirty="0"/>
            </a:br>
            <a:r>
              <a:rPr dirty="0"/>
              <a:t>Summer Term 2024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7</TotalTime>
  <Words>520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Impact</vt:lpstr>
      <vt:lpstr>Main Event</vt:lpstr>
      <vt:lpstr>Community Work Presentation</vt:lpstr>
      <vt:lpstr>Introduction</vt:lpstr>
      <vt:lpstr>Goals and Objectives</vt:lpstr>
      <vt:lpstr>Week 1 (7 June - 13 June)</vt:lpstr>
      <vt:lpstr>Week 2 (14 June - 20 June)</vt:lpstr>
      <vt:lpstr>Week 3 (21 June - 27 June)</vt:lpstr>
      <vt:lpstr>Week 4 (28 June - 4 July)</vt:lpstr>
      <vt:lpstr>Week 5 (5 July - 11 July)</vt:lpstr>
      <vt:lpstr>Achievements and Learnings</vt:lpstr>
      <vt:lpstr>Learning Outcomes</vt:lpstr>
      <vt:lpstr>Conclusion</vt:lpstr>
      <vt:lpstr>Future Goals</vt:lpstr>
      <vt:lpstr>Inspirational Quote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Shreyansh Seth</cp:lastModifiedBy>
  <cp:revision>6</cp:revision>
  <dcterms:created xsi:type="dcterms:W3CDTF">2013-01-27T09:14:16Z</dcterms:created>
  <dcterms:modified xsi:type="dcterms:W3CDTF">2024-07-24T17:40:26Z</dcterms:modified>
  <cp:category/>
</cp:coreProperties>
</file>